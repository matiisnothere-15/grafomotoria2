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8564e4b87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8564e4b87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8565b162f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8565b162f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7375" y="771525"/>
            <a:ext cx="5429250" cy="360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Diagrama en blanco.png"/>
          <p:cNvPicPr preferRelativeResize="0"/>
          <p:nvPr/>
        </p:nvPicPr>
        <p:blipFill rotWithShape="1">
          <a:blip r:embed="rId3">
            <a:alphaModFix/>
          </a:blip>
          <a:srcRect b="0" l="-627" r="-617" t="0"/>
          <a:stretch/>
        </p:blipFill>
        <p:spPr>
          <a:xfrm>
            <a:off x="531212" y="493575"/>
            <a:ext cx="8081575" cy="381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 title="Diagrama en blanco (1).png"/>
          <p:cNvPicPr preferRelativeResize="0"/>
          <p:nvPr/>
        </p:nvPicPr>
        <p:blipFill rotWithShape="1">
          <a:blip r:embed="rId3">
            <a:alphaModFix/>
          </a:blip>
          <a:srcRect b="0" l="0" r="1758" t="3260"/>
          <a:stretch/>
        </p:blipFill>
        <p:spPr>
          <a:xfrm>
            <a:off x="434025" y="82225"/>
            <a:ext cx="7939124" cy="4859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