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7BF6F-88F0-4FE9-BF89-2DA486A53443}" v="17" dt="2025-09-01T14:18:00.867"/>
    <p1510:client id="{769E3510-C779-467E-F212-68A9A7A978F1}" v="1" dt="2025-09-01T15:35:53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IGNACIA CARVAJAL VALLADARES" userId="S::ma.carvajalv@duocuc.cl::a650f7cc-2df1-4b1b-8ce8-b9d37a34b473" providerId="AD" clId="Web-{769E3510-C779-467E-F212-68A9A7A978F1}"/>
    <pc:docChg chg="modSld">
      <pc:chgData name="MARIA IGNACIA CARVAJAL VALLADARES" userId="S::ma.carvajalv@duocuc.cl::a650f7cc-2df1-4b1b-8ce8-b9d37a34b473" providerId="AD" clId="Web-{769E3510-C779-467E-F212-68A9A7A978F1}" dt="2025-09-01T15:35:53.550" v="0" actId="20577"/>
      <pc:docMkLst>
        <pc:docMk/>
      </pc:docMkLst>
      <pc:sldChg chg="modSp">
        <pc:chgData name="MARIA IGNACIA CARVAJAL VALLADARES" userId="S::ma.carvajalv@duocuc.cl::a650f7cc-2df1-4b1b-8ce8-b9d37a34b473" providerId="AD" clId="Web-{769E3510-C779-467E-F212-68A9A7A978F1}" dt="2025-09-01T15:35:53.550" v="0" actId="20577"/>
        <pc:sldMkLst>
          <pc:docMk/>
          <pc:sldMk cId="2998649977" sldId="256"/>
        </pc:sldMkLst>
        <pc:spChg chg="mod">
          <ac:chgData name="MARIA IGNACIA CARVAJAL VALLADARES" userId="S::ma.carvajalv@duocuc.cl::a650f7cc-2df1-4b1b-8ce8-b9d37a34b473" providerId="AD" clId="Web-{769E3510-C779-467E-F212-68A9A7A978F1}" dt="2025-09-01T15:35:53.550" v="0" actId="20577"/>
          <ac:spMkLst>
            <pc:docMk/>
            <pc:sldMk cId="2998649977" sldId="256"/>
            <ac:spMk id="42" creationId="{4D630D63-0069-C278-9BA0-F88349DA4252}"/>
          </ac:spMkLst>
        </pc:spChg>
      </pc:sldChg>
    </pc:docChg>
  </pc:docChgLst>
  <pc:docChgLst>
    <pc:chgData name="MARIA IGNACIA CARVAJAL VALLADARES" userId="a650f7cc-2df1-4b1b-8ce8-b9d37a34b473" providerId="ADAL" clId="{D1A03B4D-7822-4719-97E6-E34C4A020125}"/>
    <pc:docChg chg="undo custSel modSld">
      <pc:chgData name="MARIA IGNACIA CARVAJAL VALLADARES" userId="a650f7cc-2df1-4b1b-8ce8-b9d37a34b473" providerId="ADAL" clId="{D1A03B4D-7822-4719-97E6-E34C4A020125}" dt="2025-09-01T14:19:16.270" v="656" actId="1076"/>
      <pc:docMkLst>
        <pc:docMk/>
      </pc:docMkLst>
      <pc:sldChg chg="addSp delSp modSp mod">
        <pc:chgData name="MARIA IGNACIA CARVAJAL VALLADARES" userId="a650f7cc-2df1-4b1b-8ce8-b9d37a34b473" providerId="ADAL" clId="{D1A03B4D-7822-4719-97E6-E34C4A020125}" dt="2025-09-01T14:19:16.270" v="656" actId="1076"/>
        <pc:sldMkLst>
          <pc:docMk/>
          <pc:sldMk cId="2998649977" sldId="256"/>
        </pc:sldMkLst>
        <pc:spChg chg="add mod">
          <ac:chgData name="MARIA IGNACIA CARVAJAL VALLADARES" userId="a650f7cc-2df1-4b1b-8ce8-b9d37a34b473" providerId="ADAL" clId="{D1A03B4D-7822-4719-97E6-E34C4A020125}" dt="2025-09-01T14:19:16.270" v="656" actId="1076"/>
          <ac:spMkLst>
            <pc:docMk/>
            <pc:sldMk cId="2998649977" sldId="256"/>
            <ac:spMk id="19" creationId="{F86B2DFF-2DE7-3874-0CB0-3B28C8FA609F}"/>
          </ac:spMkLst>
        </pc:spChg>
        <pc:spChg chg="add mod">
          <ac:chgData name="MARIA IGNACIA CARVAJAL VALLADARES" userId="a650f7cc-2df1-4b1b-8ce8-b9d37a34b473" providerId="ADAL" clId="{D1A03B4D-7822-4719-97E6-E34C4A020125}" dt="2025-09-01T14:02:47.704" v="168" actId="1076"/>
          <ac:spMkLst>
            <pc:docMk/>
            <pc:sldMk cId="2998649977" sldId="256"/>
            <ac:spMk id="20" creationId="{5BE9DCA1-1EB9-71A9-4FE8-C3E3F77D269B}"/>
          </ac:spMkLst>
        </pc:spChg>
        <pc:spChg chg="add mod">
          <ac:chgData name="MARIA IGNACIA CARVAJAL VALLADARES" userId="a650f7cc-2df1-4b1b-8ce8-b9d37a34b473" providerId="ADAL" clId="{D1A03B4D-7822-4719-97E6-E34C4A020125}" dt="2025-09-01T14:02:47.704" v="168" actId="1076"/>
          <ac:spMkLst>
            <pc:docMk/>
            <pc:sldMk cId="2998649977" sldId="256"/>
            <ac:spMk id="21" creationId="{F9548478-F4EB-9FBF-B69F-391D3FA316FC}"/>
          </ac:spMkLst>
        </pc:spChg>
        <pc:spChg chg="add mod">
          <ac:chgData name="MARIA IGNACIA CARVAJAL VALLADARES" userId="a650f7cc-2df1-4b1b-8ce8-b9d37a34b473" providerId="ADAL" clId="{D1A03B4D-7822-4719-97E6-E34C4A020125}" dt="2025-09-01T14:02:47.704" v="168" actId="1076"/>
          <ac:spMkLst>
            <pc:docMk/>
            <pc:sldMk cId="2998649977" sldId="256"/>
            <ac:spMk id="22" creationId="{E1589CC2-4526-150E-68E9-D164F8A392C9}"/>
          </ac:spMkLst>
        </pc:spChg>
        <pc:spChg chg="add mod">
          <ac:chgData name="MARIA IGNACIA CARVAJAL VALLADARES" userId="a650f7cc-2df1-4b1b-8ce8-b9d37a34b473" providerId="ADAL" clId="{D1A03B4D-7822-4719-97E6-E34C4A020125}" dt="2025-09-01T14:11:55.407" v="476" actId="1076"/>
          <ac:spMkLst>
            <pc:docMk/>
            <pc:sldMk cId="2998649977" sldId="256"/>
            <ac:spMk id="29" creationId="{DDCAC364-979D-F9EB-0C58-8B113A4B67FC}"/>
          </ac:spMkLst>
        </pc:spChg>
        <pc:spChg chg="add mod">
          <ac:chgData name="MARIA IGNACIA CARVAJAL VALLADARES" userId="a650f7cc-2df1-4b1b-8ce8-b9d37a34b473" providerId="ADAL" clId="{D1A03B4D-7822-4719-97E6-E34C4A020125}" dt="2025-09-01T14:11:51.094" v="475" actId="1076"/>
          <ac:spMkLst>
            <pc:docMk/>
            <pc:sldMk cId="2998649977" sldId="256"/>
            <ac:spMk id="42" creationId="{4D630D63-0069-C278-9BA0-F88349DA4252}"/>
          </ac:spMkLst>
        </pc:spChg>
        <pc:spChg chg="add mod">
          <ac:chgData name="MARIA IGNACIA CARVAJAL VALLADARES" userId="a650f7cc-2df1-4b1b-8ce8-b9d37a34b473" providerId="ADAL" clId="{D1A03B4D-7822-4719-97E6-E34C4A020125}" dt="2025-09-01T14:11:51.094" v="475" actId="1076"/>
          <ac:spMkLst>
            <pc:docMk/>
            <pc:sldMk cId="2998649977" sldId="256"/>
            <ac:spMk id="43" creationId="{3C56E86A-99FE-A010-958E-AD907AE18494}"/>
          </ac:spMkLst>
        </pc:spChg>
        <pc:spChg chg="add mod">
          <ac:chgData name="MARIA IGNACIA CARVAJAL VALLADARES" userId="a650f7cc-2df1-4b1b-8ce8-b9d37a34b473" providerId="ADAL" clId="{D1A03B4D-7822-4719-97E6-E34C4A020125}" dt="2025-09-01T14:17:57.996" v="552" actId="1076"/>
          <ac:spMkLst>
            <pc:docMk/>
            <pc:sldMk cId="2998649977" sldId="256"/>
            <ac:spMk id="44" creationId="{6DE3DA39-3D7B-79FB-9A8A-215243A54CF0}"/>
          </ac:spMkLst>
        </pc:spChg>
        <pc:spChg chg="add mod">
          <ac:chgData name="MARIA IGNACIA CARVAJAL VALLADARES" userId="a650f7cc-2df1-4b1b-8ce8-b9d37a34b473" providerId="ADAL" clId="{D1A03B4D-7822-4719-97E6-E34C4A020125}" dt="2025-09-01T14:17:49.038" v="550" actId="1076"/>
          <ac:spMkLst>
            <pc:docMk/>
            <pc:sldMk cId="2998649977" sldId="256"/>
            <ac:spMk id="45" creationId="{558E255D-4BF4-AB3E-4DEB-73EAA8FFAFE5}"/>
          </ac:spMkLst>
        </pc:spChg>
        <pc:spChg chg="add mod">
          <ac:chgData name="MARIA IGNACIA CARVAJAL VALLADARES" userId="a650f7cc-2df1-4b1b-8ce8-b9d37a34b473" providerId="ADAL" clId="{D1A03B4D-7822-4719-97E6-E34C4A020125}" dt="2025-09-01T14:12:41.160" v="526" actId="20577"/>
          <ac:spMkLst>
            <pc:docMk/>
            <pc:sldMk cId="2998649977" sldId="256"/>
            <ac:spMk id="47" creationId="{AB6D590E-D0B3-0CFA-4F97-A784D88F0DCC}"/>
          </ac:spMkLst>
        </pc:spChg>
        <pc:cxnChg chg="add del mod">
          <ac:chgData name="MARIA IGNACIA CARVAJAL VALLADARES" userId="a650f7cc-2df1-4b1b-8ce8-b9d37a34b473" providerId="ADAL" clId="{D1A03B4D-7822-4719-97E6-E34C4A020125}" dt="2025-09-01T14:06:04.032" v="277" actId="478"/>
          <ac:cxnSpMkLst>
            <pc:docMk/>
            <pc:sldMk cId="2998649977" sldId="256"/>
            <ac:cxnSpMk id="24" creationId="{6C9B8FDA-BCFF-861D-D696-80D518E895BF}"/>
          </ac:cxnSpMkLst>
        </pc:cxnChg>
        <pc:cxnChg chg="add mod">
          <ac:chgData name="MARIA IGNACIA CARVAJAL VALLADARES" userId="a650f7cc-2df1-4b1b-8ce8-b9d37a34b473" providerId="ADAL" clId="{D1A03B4D-7822-4719-97E6-E34C4A020125}" dt="2025-09-01T14:19:16.270" v="656" actId="1076"/>
          <ac:cxnSpMkLst>
            <pc:docMk/>
            <pc:sldMk cId="2998649977" sldId="256"/>
            <ac:cxnSpMk id="26" creationId="{AEC08CE0-1B78-9F4B-77CC-84CD783F4AB1}"/>
          </ac:cxnSpMkLst>
        </pc:cxnChg>
        <pc:cxnChg chg="add mod">
          <ac:chgData name="MARIA IGNACIA CARVAJAL VALLADARES" userId="a650f7cc-2df1-4b1b-8ce8-b9d37a34b473" providerId="ADAL" clId="{D1A03B4D-7822-4719-97E6-E34C4A020125}" dt="2025-09-01T14:19:16.270" v="656" actId="1076"/>
          <ac:cxnSpMkLst>
            <pc:docMk/>
            <pc:sldMk cId="2998649977" sldId="256"/>
            <ac:cxnSpMk id="28" creationId="{79AE7D35-CEC0-6B8B-C7B2-D85F4801E469}"/>
          </ac:cxnSpMkLst>
        </pc:cxnChg>
        <pc:cxnChg chg="add mod">
          <ac:chgData name="MARIA IGNACIA CARVAJAL VALLADARES" userId="a650f7cc-2df1-4b1b-8ce8-b9d37a34b473" providerId="ADAL" clId="{D1A03B4D-7822-4719-97E6-E34C4A020125}" dt="2025-09-01T14:11:55.407" v="476" actId="1076"/>
          <ac:cxnSpMkLst>
            <pc:docMk/>
            <pc:sldMk cId="2998649977" sldId="256"/>
            <ac:cxnSpMk id="31" creationId="{070B82A0-40D9-0193-930E-996E0D721299}"/>
          </ac:cxnSpMkLst>
        </pc:cxnChg>
        <pc:cxnChg chg="add mod">
          <ac:chgData name="MARIA IGNACIA CARVAJAL VALLADARES" userId="a650f7cc-2df1-4b1b-8ce8-b9d37a34b473" providerId="ADAL" clId="{D1A03B4D-7822-4719-97E6-E34C4A020125}" dt="2025-09-01T14:19:16.270" v="656" actId="1076"/>
          <ac:cxnSpMkLst>
            <pc:docMk/>
            <pc:sldMk cId="2998649977" sldId="256"/>
            <ac:cxnSpMk id="33" creationId="{22695C47-94D7-AB0D-79C6-F136DECC280C}"/>
          </ac:cxnSpMkLst>
        </pc:cxnChg>
        <pc:cxnChg chg="add mod">
          <ac:chgData name="MARIA IGNACIA CARVAJAL VALLADARES" userId="a650f7cc-2df1-4b1b-8ce8-b9d37a34b473" providerId="ADAL" clId="{D1A03B4D-7822-4719-97E6-E34C4A020125}" dt="2025-09-01T14:12:52.132" v="529" actId="14100"/>
          <ac:cxnSpMkLst>
            <pc:docMk/>
            <pc:sldMk cId="2998649977" sldId="256"/>
            <ac:cxnSpMk id="48" creationId="{1AAA1C30-F3BE-2517-00F7-74FC5EFE5841}"/>
          </ac:cxnSpMkLst>
        </pc:cxnChg>
        <pc:cxnChg chg="add mod">
          <ac:chgData name="MARIA IGNACIA CARVAJAL VALLADARES" userId="a650f7cc-2df1-4b1b-8ce8-b9d37a34b473" providerId="ADAL" clId="{D1A03B4D-7822-4719-97E6-E34C4A020125}" dt="2025-09-01T14:12:57.873" v="532" actId="14100"/>
          <ac:cxnSpMkLst>
            <pc:docMk/>
            <pc:sldMk cId="2998649977" sldId="256"/>
            <ac:cxnSpMk id="51" creationId="{E94B280D-2E02-EEFC-D70C-767FA7884FF8}"/>
          </ac:cxnSpMkLst>
        </pc:cxnChg>
        <pc:cxnChg chg="add mod">
          <ac:chgData name="MARIA IGNACIA CARVAJAL VALLADARES" userId="a650f7cc-2df1-4b1b-8ce8-b9d37a34b473" providerId="ADAL" clId="{D1A03B4D-7822-4719-97E6-E34C4A020125}" dt="2025-09-01T14:13:05.992" v="535" actId="14100"/>
          <ac:cxnSpMkLst>
            <pc:docMk/>
            <pc:sldMk cId="2998649977" sldId="256"/>
            <ac:cxnSpMk id="54" creationId="{C8A36480-4ADC-1DD1-6D47-4E9B1275D62E}"/>
          </ac:cxnSpMkLst>
        </pc:cxnChg>
        <pc:cxnChg chg="add mod">
          <ac:chgData name="MARIA IGNACIA CARVAJAL VALLADARES" userId="a650f7cc-2df1-4b1b-8ce8-b9d37a34b473" providerId="ADAL" clId="{D1A03B4D-7822-4719-97E6-E34C4A020125}" dt="2025-09-01T14:17:20.924" v="538" actId="14100"/>
          <ac:cxnSpMkLst>
            <pc:docMk/>
            <pc:sldMk cId="2998649977" sldId="256"/>
            <ac:cxnSpMk id="57" creationId="{29710D44-E8C8-21C3-761D-1B7F69070239}"/>
          </ac:cxnSpMkLst>
        </pc:cxnChg>
        <pc:cxnChg chg="add mod">
          <ac:chgData name="MARIA IGNACIA CARVAJAL VALLADARES" userId="a650f7cc-2df1-4b1b-8ce8-b9d37a34b473" providerId="ADAL" clId="{D1A03B4D-7822-4719-97E6-E34C4A020125}" dt="2025-09-01T14:17:25.711" v="541" actId="14100"/>
          <ac:cxnSpMkLst>
            <pc:docMk/>
            <pc:sldMk cId="2998649977" sldId="256"/>
            <ac:cxnSpMk id="60" creationId="{5070A19F-7318-01DE-51D1-A1326F5F2F4A}"/>
          </ac:cxnSpMkLst>
        </pc:cxnChg>
        <pc:cxnChg chg="add mod">
          <ac:chgData name="MARIA IGNACIA CARVAJAL VALLADARES" userId="a650f7cc-2df1-4b1b-8ce8-b9d37a34b473" providerId="ADAL" clId="{D1A03B4D-7822-4719-97E6-E34C4A020125}" dt="2025-09-01T14:17:57.996" v="552" actId="1076"/>
          <ac:cxnSpMkLst>
            <pc:docMk/>
            <pc:sldMk cId="2998649977" sldId="256"/>
            <ac:cxnSpMk id="63" creationId="{B3BCE979-3A7A-2C6F-6FCA-8FE7779E74D6}"/>
          </ac:cxnSpMkLst>
        </pc:cxnChg>
        <pc:cxnChg chg="add mod">
          <ac:chgData name="MARIA IGNACIA CARVAJAL VALLADARES" userId="a650f7cc-2df1-4b1b-8ce8-b9d37a34b473" providerId="ADAL" clId="{D1A03B4D-7822-4719-97E6-E34C4A020125}" dt="2025-09-01T14:17:49.038" v="550" actId="1076"/>
          <ac:cxnSpMkLst>
            <pc:docMk/>
            <pc:sldMk cId="2998649977" sldId="256"/>
            <ac:cxnSpMk id="66" creationId="{A37E952F-FCC0-4E45-EBBC-74C3E172A771}"/>
          </ac:cxnSpMkLst>
        </pc:cxnChg>
        <pc:cxnChg chg="add mod">
          <ac:chgData name="MARIA IGNACIA CARVAJAL VALLADARES" userId="a650f7cc-2df1-4b1b-8ce8-b9d37a34b473" providerId="ADAL" clId="{D1A03B4D-7822-4719-97E6-E34C4A020125}" dt="2025-09-01T14:18:05.028" v="555" actId="14100"/>
          <ac:cxnSpMkLst>
            <pc:docMk/>
            <pc:sldMk cId="2998649977" sldId="256"/>
            <ac:cxnSpMk id="74" creationId="{2C95B9F0-2053-FD8F-0433-4D787F73DB7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9550B-0AB0-4860-91A3-937080CCAB66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B5184-A9FD-47BC-A1FD-A4915D8244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458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B5184-A9FD-47BC-A1FD-A4915D82442C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70966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1848E-C101-BF6E-54CE-96CC8D8D3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851695-A5DD-EBF4-98D0-DDA37EABE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CE604B-52C1-B65A-80F5-0FAFA283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7483-A30E-4716-A9DF-695AFCB59D1E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05EE1C-34C7-73E1-6F59-645ADE46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946CDF-A077-CBA3-0147-F25F21C43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6615A-11C6-4E89-8CBF-41C87A550E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0888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ACF90-BDD6-810C-4E87-548D6C8C1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993CEA-F8F4-B098-A8C1-2E1D2A344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6A00F2-32FD-CAFB-8E1E-1522C0B2F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7483-A30E-4716-A9DF-695AFCB59D1E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FFBB21-C30E-176F-B53D-3C680EB6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F47E1C-CC42-5305-45D2-775B0B66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6615A-11C6-4E89-8CBF-41C87A550E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65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66235-EC23-40F0-35E9-67CD9B8EC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254708-5634-E1B2-98AE-C8B2AA1C8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FA0F33-D089-4716-AA59-CA410226B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7483-A30E-4716-A9DF-695AFCB59D1E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31C522-B264-1172-9CD0-4D0D479FC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17AA26-F7A9-2D3A-F711-D7F19067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6615A-11C6-4E89-8CBF-41C87A550E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856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57CF8-7401-DC96-541D-9FF9EA09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6D7F6D-3014-4177-C13C-801B3A9D8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0F3EE2-251E-BC32-5F5F-3349A057E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CCB723-3BA4-4BCC-25C7-6AEDBC639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7483-A30E-4716-A9DF-695AFCB59D1E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5872ED-7175-07D2-A734-FB961C4D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73EBB9-33DA-23E4-687D-5D6E5094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6615A-11C6-4E89-8CBF-41C87A550E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6815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9A6E6-19BD-89C9-805E-940A807A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AC3E88-46D6-E419-B1EE-D5899686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D7281D-C4AE-AF35-755B-9895ACFF8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574167-F05B-FA9E-9D59-9E1BCD0C1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F02CA0A-0C08-C184-7A74-99C042B10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58B2B3-2BFC-D983-E333-70D403C01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7483-A30E-4716-A9DF-695AFCB59D1E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26EFBE0-027F-A22D-DD75-659C1F72B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79AF75-F79D-052E-DD2D-2123D3FC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6615A-11C6-4E89-8CBF-41C87A550E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8233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E7F92-D88F-5E03-1149-0430DCE59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E77E3D-C066-CBF4-4FDB-22297778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7483-A30E-4716-A9DF-695AFCB59D1E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2AD1D9-4F76-82DC-0FE1-1AF75619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19D008-9DF5-F70F-CC42-8312E6CF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6615A-11C6-4E89-8CBF-41C87A550E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24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7A13CCF-941E-8EF4-76B0-88713AD8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7483-A30E-4716-A9DF-695AFCB59D1E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5496AD-8ED7-C3C4-9D26-172E2C81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4FFC15-6D55-DC56-4C14-E6299875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6615A-11C6-4E89-8CBF-41C87A550E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75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4049C-D1D7-3FBF-975E-CA2B58DBB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4EB09D-7F29-29F8-BBBB-2CFAE74A3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FF364C-9F5F-23FD-3FE2-691C6BB8D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5173D9-D99F-D789-DD06-C99C8E7A7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7483-A30E-4716-A9DF-695AFCB59D1E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2D33B5-1C70-2BA3-5D0E-C26B1D16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25E95B-5023-056E-B9B8-2F73B293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6615A-11C6-4E89-8CBF-41C87A550E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1273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FE0BC-55E3-0795-5989-E966BB95E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4BDDA1D-E652-5985-E457-2B865323BA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D8D80E-AD66-25FB-1AD2-B39DD1EDB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DE7D6C-C45F-2CD5-EF76-754CCB169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7483-A30E-4716-A9DF-695AFCB59D1E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B38EED-ED49-22FF-3255-C20E8EE24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28E0AB-E8A4-B320-C85F-128EA7AA3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6615A-11C6-4E89-8CBF-41C87A550E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1286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B00B9-E8A5-3336-A727-7661C1F9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923125-5AED-6092-7CBA-D9E92087C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A967E4-9BAF-6296-9505-2BD0CA10C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7483-A30E-4716-A9DF-695AFCB59D1E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3CAE3A-B3D5-170F-32E8-A866BD606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F0C47B-945D-0A6A-C72F-9BA4FE53C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6615A-11C6-4E89-8CBF-41C87A550E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135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F81450-7299-C468-D3F4-6E484F541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F8BE0F-1DF1-01C3-6409-EB6470EFC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6CAD6C-558A-BDFA-531D-684BCF31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07483-A30E-4716-A9DF-695AFCB59D1E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001EE0-1C6D-53D0-A75F-0DFB0F948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617690-DB36-7E42-B939-2B14BF4F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6615A-11C6-4E89-8CBF-41C87A550E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684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33CE1DD-E9C7-AC13-F3A3-B45D67AB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C93831-3BA8-D703-17E7-E504D9CE4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620C58-5B62-9070-1936-3BC74F15D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07483-A30E-4716-A9DF-695AFCB59D1E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D50C09-6F38-BAF1-DEDE-A699EB572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38CF6C-8254-745C-F678-78346D53A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66615A-11C6-4E89-8CBF-41C87A550E5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428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F55D226-71D8-C331-7093-2A397BA64D07}"/>
              </a:ext>
            </a:extLst>
          </p:cNvPr>
          <p:cNvSpPr/>
          <p:nvPr/>
        </p:nvSpPr>
        <p:spPr>
          <a:xfrm>
            <a:off x="112986" y="126124"/>
            <a:ext cx="11966027" cy="6605752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8BD050-C2D4-31F0-11D8-909FD554935E}"/>
              </a:ext>
            </a:extLst>
          </p:cNvPr>
          <p:cNvSpPr/>
          <p:nvPr/>
        </p:nvSpPr>
        <p:spPr>
          <a:xfrm>
            <a:off x="245022" y="268014"/>
            <a:ext cx="2837793" cy="6321972"/>
          </a:xfrm>
          <a:prstGeom prst="rect">
            <a:avLst/>
          </a:prstGeom>
          <a:solidFill>
            <a:srgbClr val="00B050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D540E1-D2A3-E7AC-D39F-E13D19CE86BC}"/>
              </a:ext>
            </a:extLst>
          </p:cNvPr>
          <p:cNvSpPr/>
          <p:nvPr/>
        </p:nvSpPr>
        <p:spPr>
          <a:xfrm>
            <a:off x="3199085" y="268014"/>
            <a:ext cx="2837793" cy="6321972"/>
          </a:xfrm>
          <a:prstGeom prst="rect">
            <a:avLst/>
          </a:prstGeom>
          <a:solidFill>
            <a:srgbClr val="00B0F0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4BA671E-CB36-0DBF-CEF0-60C8BFDA9FA0}"/>
              </a:ext>
            </a:extLst>
          </p:cNvPr>
          <p:cNvSpPr/>
          <p:nvPr/>
        </p:nvSpPr>
        <p:spPr>
          <a:xfrm>
            <a:off x="6150522" y="268014"/>
            <a:ext cx="2837793" cy="6321972"/>
          </a:xfrm>
          <a:prstGeom prst="rect">
            <a:avLst/>
          </a:prstGeom>
          <a:solidFill>
            <a:srgbClr val="E24296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8B72E48-AE8F-267C-15FA-1B4DDFACB9F3}"/>
              </a:ext>
            </a:extLst>
          </p:cNvPr>
          <p:cNvSpPr/>
          <p:nvPr/>
        </p:nvSpPr>
        <p:spPr>
          <a:xfrm>
            <a:off x="9101959" y="268014"/>
            <a:ext cx="2837793" cy="6321972"/>
          </a:xfrm>
          <a:prstGeom prst="rect">
            <a:avLst/>
          </a:prstGeom>
          <a:solidFill>
            <a:srgbClr val="FFC000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C41BC7-2833-8311-2080-A6F22EF47191}"/>
              </a:ext>
            </a:extLst>
          </p:cNvPr>
          <p:cNvSpPr txBox="1"/>
          <p:nvPr/>
        </p:nvSpPr>
        <p:spPr>
          <a:xfrm>
            <a:off x="800755" y="378373"/>
            <a:ext cx="1726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OBJETIVO</a:t>
            </a:r>
          </a:p>
          <a:p>
            <a:pPr algn="ctr"/>
            <a:endParaRPr lang="es-MX" b="1" dirty="0"/>
          </a:p>
          <a:p>
            <a:pPr algn="ctr"/>
            <a:r>
              <a:rPr lang="es-MX" dirty="0"/>
              <a:t>¿Por qué?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E3096C7-45E2-4EB9-930A-8E7DA8164848}"/>
              </a:ext>
            </a:extLst>
          </p:cNvPr>
          <p:cNvSpPr txBox="1"/>
          <p:nvPr/>
        </p:nvSpPr>
        <p:spPr>
          <a:xfrm>
            <a:off x="3754818" y="378373"/>
            <a:ext cx="1726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ACTORES</a:t>
            </a:r>
          </a:p>
          <a:p>
            <a:pPr algn="ctr"/>
            <a:endParaRPr lang="es-MX" b="1" dirty="0"/>
          </a:p>
          <a:p>
            <a:pPr algn="ctr"/>
            <a:r>
              <a:rPr lang="es-MX" dirty="0"/>
              <a:t>¿Quién?</a:t>
            </a:r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213A695-BD9C-BBD8-86A1-FF92F0A5B856}"/>
              </a:ext>
            </a:extLst>
          </p:cNvPr>
          <p:cNvSpPr txBox="1"/>
          <p:nvPr/>
        </p:nvSpPr>
        <p:spPr>
          <a:xfrm>
            <a:off x="6150522" y="378373"/>
            <a:ext cx="2837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IMPACTO</a:t>
            </a:r>
          </a:p>
          <a:p>
            <a:pPr algn="ctr"/>
            <a:endParaRPr lang="es-MX" b="1" dirty="0"/>
          </a:p>
          <a:p>
            <a:pPr algn="ctr"/>
            <a:r>
              <a:rPr lang="es-CL" dirty="0"/>
              <a:t>¿Cómo?</a:t>
            </a:r>
            <a:endParaRPr lang="es-CL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DB3212C-AAD5-79D5-44B8-1C71A5B31A06}"/>
              </a:ext>
            </a:extLst>
          </p:cNvPr>
          <p:cNvSpPr txBox="1"/>
          <p:nvPr/>
        </p:nvSpPr>
        <p:spPr>
          <a:xfrm>
            <a:off x="9109185" y="378373"/>
            <a:ext cx="2837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ENTREGABLES</a:t>
            </a:r>
          </a:p>
          <a:p>
            <a:pPr algn="ctr"/>
            <a:endParaRPr lang="es-MX" b="1" dirty="0"/>
          </a:p>
          <a:p>
            <a:pPr algn="ctr"/>
            <a:r>
              <a:rPr lang="es-CL" dirty="0"/>
              <a:t>¿Qué?</a:t>
            </a:r>
            <a:endParaRPr lang="es-CL" b="1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EBBA2F0-4395-6D35-E1B6-926DF67C1168}"/>
              </a:ext>
            </a:extLst>
          </p:cNvPr>
          <p:cNvCxnSpPr>
            <a:cxnSpLocks/>
          </p:cNvCxnSpPr>
          <p:nvPr/>
        </p:nvCxnSpPr>
        <p:spPr>
          <a:xfrm flipH="1">
            <a:off x="245022" y="840038"/>
            <a:ext cx="2837793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CCB163AC-288D-A65E-DFFA-58E04FE5FECF}"/>
              </a:ext>
            </a:extLst>
          </p:cNvPr>
          <p:cNvCxnSpPr>
            <a:cxnSpLocks/>
          </p:cNvCxnSpPr>
          <p:nvPr/>
        </p:nvCxnSpPr>
        <p:spPr>
          <a:xfrm flipH="1">
            <a:off x="3199083" y="840038"/>
            <a:ext cx="2837793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EB5AD764-0C45-2303-97FA-FCAC875E11B9}"/>
              </a:ext>
            </a:extLst>
          </p:cNvPr>
          <p:cNvCxnSpPr>
            <a:cxnSpLocks/>
          </p:cNvCxnSpPr>
          <p:nvPr/>
        </p:nvCxnSpPr>
        <p:spPr>
          <a:xfrm flipH="1">
            <a:off x="6150521" y="839248"/>
            <a:ext cx="2837793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C5429F0A-1B87-0ACD-76A3-C7FF340718E0}"/>
              </a:ext>
            </a:extLst>
          </p:cNvPr>
          <p:cNvCxnSpPr>
            <a:cxnSpLocks/>
          </p:cNvCxnSpPr>
          <p:nvPr/>
        </p:nvCxnSpPr>
        <p:spPr>
          <a:xfrm flipH="1">
            <a:off x="9101958" y="839248"/>
            <a:ext cx="2837793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F86B2DFF-2DE7-3874-0CB0-3B28C8FA609F}"/>
              </a:ext>
            </a:extLst>
          </p:cNvPr>
          <p:cNvSpPr/>
          <p:nvPr/>
        </p:nvSpPr>
        <p:spPr>
          <a:xfrm>
            <a:off x="605984" y="2724067"/>
            <a:ext cx="2115866" cy="1657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Rehabilitación visomotora</a:t>
            </a:r>
          </a:p>
          <a:p>
            <a:pPr marL="285750" indent="-285750">
              <a:buFontTx/>
              <a:buChar char="-"/>
            </a:pPr>
            <a:r>
              <a:rPr lang="es-MX" sz="1200" dirty="0"/>
              <a:t>Coordinación ojo-mano</a:t>
            </a:r>
          </a:p>
          <a:p>
            <a:pPr marL="285750" indent="-285750">
              <a:buFontTx/>
              <a:buChar char="-"/>
            </a:pPr>
            <a:r>
              <a:rPr lang="es-MX" sz="1200" dirty="0"/>
              <a:t>Precisión visual</a:t>
            </a:r>
            <a:endParaRPr lang="es-CL" sz="1200" dirty="0"/>
          </a:p>
          <a:p>
            <a:pPr marL="285750" indent="-285750">
              <a:buFontTx/>
              <a:buChar char="-"/>
            </a:pPr>
            <a:r>
              <a:rPr lang="es-CL" sz="1200" dirty="0"/>
              <a:t>Tiempo de reacción</a:t>
            </a:r>
            <a:endParaRPr lang="es-MX" sz="1200" dirty="0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5BE9DCA1-1EB9-71A9-4FE8-C3E3F77D269B}"/>
              </a:ext>
            </a:extLst>
          </p:cNvPr>
          <p:cNvSpPr/>
          <p:nvPr/>
        </p:nvSpPr>
        <p:spPr>
          <a:xfrm>
            <a:off x="3560046" y="1619391"/>
            <a:ext cx="2115866" cy="13715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Pacientes de Teletón</a:t>
            </a:r>
            <a:endParaRPr lang="es-CL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9548478-F4EB-9FBF-B69F-391D3FA316FC}"/>
              </a:ext>
            </a:extLst>
          </p:cNvPr>
          <p:cNvSpPr/>
          <p:nvPr/>
        </p:nvSpPr>
        <p:spPr>
          <a:xfrm>
            <a:off x="3560046" y="3132878"/>
            <a:ext cx="2115866" cy="13715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Terapeutas Ocupacionales</a:t>
            </a:r>
            <a:endParaRPr lang="es-CL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E1589CC2-4526-150E-68E9-D164F8A392C9}"/>
              </a:ext>
            </a:extLst>
          </p:cNvPr>
          <p:cNvSpPr/>
          <p:nvPr/>
        </p:nvSpPr>
        <p:spPr>
          <a:xfrm>
            <a:off x="3560046" y="4646365"/>
            <a:ext cx="2115866" cy="13715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Administrador</a:t>
            </a:r>
            <a:endParaRPr lang="es-CL" dirty="0"/>
          </a:p>
        </p:txBody>
      </p:sp>
      <p:cxnSp>
        <p:nvCxnSpPr>
          <p:cNvPr id="26" name="Conector: curvado 25">
            <a:extLst>
              <a:ext uri="{FF2B5EF4-FFF2-40B4-BE49-F238E27FC236}">
                <a16:creationId xmlns:a16="http://schemas.microsoft.com/office/drawing/2014/main" id="{AEC08CE0-1B78-9F4B-77CC-84CD783F4AB1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2721850" y="3552893"/>
            <a:ext cx="838196" cy="265784"/>
          </a:xfrm>
          <a:prstGeom prst="curved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curvado 27">
            <a:extLst>
              <a:ext uri="{FF2B5EF4-FFF2-40B4-BE49-F238E27FC236}">
                <a16:creationId xmlns:a16="http://schemas.microsoft.com/office/drawing/2014/main" id="{79AE7D35-CEC0-6B8B-C7B2-D85F4801E469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2721850" y="2305190"/>
            <a:ext cx="838196" cy="1247703"/>
          </a:xfrm>
          <a:prstGeom prst="curved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DDCAC364-979D-F9EB-0C58-8B113A4B67FC}"/>
              </a:ext>
            </a:extLst>
          </p:cNvPr>
          <p:cNvSpPr/>
          <p:nvPr/>
        </p:nvSpPr>
        <p:spPr>
          <a:xfrm>
            <a:off x="6511484" y="2181296"/>
            <a:ext cx="2115866" cy="13715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PWA de actividades con niveles de complejidad</a:t>
            </a:r>
            <a:endParaRPr lang="es-CL" dirty="0"/>
          </a:p>
        </p:txBody>
      </p: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070B82A0-40D9-0193-930E-996E0D721299}"/>
              </a:ext>
            </a:extLst>
          </p:cNvPr>
          <p:cNvCxnSpPr>
            <a:stCxn id="20" idx="3"/>
            <a:endCxn id="29" idx="1"/>
          </p:cNvCxnSpPr>
          <p:nvPr/>
        </p:nvCxnSpPr>
        <p:spPr>
          <a:xfrm>
            <a:off x="5675912" y="2305190"/>
            <a:ext cx="835572" cy="561905"/>
          </a:xfrm>
          <a:prstGeom prst="curved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curvado 32">
            <a:extLst>
              <a:ext uri="{FF2B5EF4-FFF2-40B4-BE49-F238E27FC236}">
                <a16:creationId xmlns:a16="http://schemas.microsoft.com/office/drawing/2014/main" id="{22695C47-94D7-AB0D-79C6-F136DECC280C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2721850" y="3552893"/>
            <a:ext cx="838196" cy="1779271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4D630D63-0069-C278-9BA0-F88349DA4252}"/>
              </a:ext>
            </a:extLst>
          </p:cNvPr>
          <p:cNvSpPr/>
          <p:nvPr/>
        </p:nvSpPr>
        <p:spPr>
          <a:xfrm>
            <a:off x="9477379" y="1819871"/>
            <a:ext cx="2115866" cy="923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MX" sz="1600"/>
              <a:t>PWA funcional con </a:t>
            </a:r>
            <a:r>
              <a:rPr lang="es-MX" sz="1600" dirty="0"/>
              <a:t>interfaz adaptativa </a:t>
            </a:r>
            <a:endParaRPr lang="es-CL" sz="1600" dirty="0"/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3C56E86A-99FE-A010-958E-AD907AE18494}"/>
              </a:ext>
            </a:extLst>
          </p:cNvPr>
          <p:cNvSpPr/>
          <p:nvPr/>
        </p:nvSpPr>
        <p:spPr>
          <a:xfrm>
            <a:off x="9477379" y="2819799"/>
            <a:ext cx="2115866" cy="923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Módulo de ejercicios visomotores con niveles</a:t>
            </a:r>
            <a:endParaRPr lang="es-CL" sz="1600" dirty="0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6DE3DA39-3D7B-79FB-9A8A-215243A54CF0}"/>
              </a:ext>
            </a:extLst>
          </p:cNvPr>
          <p:cNvSpPr/>
          <p:nvPr/>
        </p:nvSpPr>
        <p:spPr>
          <a:xfrm>
            <a:off x="9479676" y="4848790"/>
            <a:ext cx="2115866" cy="5474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Panel de administración</a:t>
            </a:r>
            <a:endParaRPr lang="es-CL" sz="1600" dirty="0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558E255D-4BF4-AB3E-4DEB-73EAA8FFAFE5}"/>
              </a:ext>
            </a:extLst>
          </p:cNvPr>
          <p:cNvSpPr/>
          <p:nvPr/>
        </p:nvSpPr>
        <p:spPr>
          <a:xfrm>
            <a:off x="9477379" y="3824395"/>
            <a:ext cx="2115866" cy="923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Sistema de registro y análisis de datos</a:t>
            </a:r>
            <a:endParaRPr lang="es-CL" sz="1600" dirty="0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AB6D590E-D0B3-0CFA-4F97-A784D88F0DCC}"/>
              </a:ext>
            </a:extLst>
          </p:cNvPr>
          <p:cNvSpPr/>
          <p:nvPr/>
        </p:nvSpPr>
        <p:spPr>
          <a:xfrm>
            <a:off x="6511484" y="4084392"/>
            <a:ext cx="2115866" cy="13715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Página web con panel de administración general</a:t>
            </a:r>
            <a:endParaRPr lang="es-CL" dirty="0"/>
          </a:p>
        </p:txBody>
      </p:sp>
      <p:cxnSp>
        <p:nvCxnSpPr>
          <p:cNvPr id="48" name="Conector: curvado 47">
            <a:extLst>
              <a:ext uri="{FF2B5EF4-FFF2-40B4-BE49-F238E27FC236}">
                <a16:creationId xmlns:a16="http://schemas.microsoft.com/office/drawing/2014/main" id="{1AAA1C30-F3BE-2517-00F7-74FC5EFE5841}"/>
              </a:ext>
            </a:extLst>
          </p:cNvPr>
          <p:cNvCxnSpPr>
            <a:cxnSpLocks/>
            <a:stCxn id="21" idx="3"/>
            <a:endCxn id="47" idx="1"/>
          </p:cNvCxnSpPr>
          <p:nvPr/>
        </p:nvCxnSpPr>
        <p:spPr>
          <a:xfrm>
            <a:off x="5675912" y="3818677"/>
            <a:ext cx="835572" cy="951514"/>
          </a:xfrm>
          <a:prstGeom prst="curved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curvado 50">
            <a:extLst>
              <a:ext uri="{FF2B5EF4-FFF2-40B4-BE49-F238E27FC236}">
                <a16:creationId xmlns:a16="http://schemas.microsoft.com/office/drawing/2014/main" id="{E94B280D-2E02-EEFC-D70C-767FA7884FF8}"/>
              </a:ext>
            </a:extLst>
          </p:cNvPr>
          <p:cNvCxnSpPr>
            <a:cxnSpLocks/>
            <a:stCxn id="22" idx="3"/>
            <a:endCxn id="47" idx="1"/>
          </p:cNvCxnSpPr>
          <p:nvPr/>
        </p:nvCxnSpPr>
        <p:spPr>
          <a:xfrm flipV="1">
            <a:off x="5675912" y="4770191"/>
            <a:ext cx="835572" cy="561973"/>
          </a:xfrm>
          <a:prstGeom prst="curved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curvado 53">
            <a:extLst>
              <a:ext uri="{FF2B5EF4-FFF2-40B4-BE49-F238E27FC236}">
                <a16:creationId xmlns:a16="http://schemas.microsoft.com/office/drawing/2014/main" id="{C8A36480-4ADC-1DD1-6D47-4E9B1275D62E}"/>
              </a:ext>
            </a:extLst>
          </p:cNvPr>
          <p:cNvCxnSpPr>
            <a:cxnSpLocks/>
            <a:stCxn id="21" idx="3"/>
            <a:endCxn id="29" idx="1"/>
          </p:cNvCxnSpPr>
          <p:nvPr/>
        </p:nvCxnSpPr>
        <p:spPr>
          <a:xfrm flipV="1">
            <a:off x="5675912" y="2867095"/>
            <a:ext cx="835572" cy="951582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curvado 56">
            <a:extLst>
              <a:ext uri="{FF2B5EF4-FFF2-40B4-BE49-F238E27FC236}">
                <a16:creationId xmlns:a16="http://schemas.microsoft.com/office/drawing/2014/main" id="{29710D44-E8C8-21C3-761D-1B7F69070239}"/>
              </a:ext>
            </a:extLst>
          </p:cNvPr>
          <p:cNvCxnSpPr>
            <a:cxnSpLocks/>
            <a:stCxn id="29" idx="3"/>
            <a:endCxn id="42" idx="1"/>
          </p:cNvCxnSpPr>
          <p:nvPr/>
        </p:nvCxnSpPr>
        <p:spPr>
          <a:xfrm flipV="1">
            <a:off x="8627350" y="2281536"/>
            <a:ext cx="850029" cy="585559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curvado 59">
            <a:extLst>
              <a:ext uri="{FF2B5EF4-FFF2-40B4-BE49-F238E27FC236}">
                <a16:creationId xmlns:a16="http://schemas.microsoft.com/office/drawing/2014/main" id="{5070A19F-7318-01DE-51D1-A1326F5F2F4A}"/>
              </a:ext>
            </a:extLst>
          </p:cNvPr>
          <p:cNvCxnSpPr>
            <a:cxnSpLocks/>
            <a:stCxn id="29" idx="3"/>
            <a:endCxn id="43" idx="1"/>
          </p:cNvCxnSpPr>
          <p:nvPr/>
        </p:nvCxnSpPr>
        <p:spPr>
          <a:xfrm>
            <a:off x="8627350" y="2867095"/>
            <a:ext cx="850029" cy="414369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: curvado 62">
            <a:extLst>
              <a:ext uri="{FF2B5EF4-FFF2-40B4-BE49-F238E27FC236}">
                <a16:creationId xmlns:a16="http://schemas.microsoft.com/office/drawing/2014/main" id="{B3BCE979-3A7A-2C6F-6FCA-8FE7779E74D6}"/>
              </a:ext>
            </a:extLst>
          </p:cNvPr>
          <p:cNvCxnSpPr>
            <a:cxnSpLocks/>
            <a:stCxn id="47" idx="3"/>
            <a:endCxn id="44" idx="1"/>
          </p:cNvCxnSpPr>
          <p:nvPr/>
        </p:nvCxnSpPr>
        <p:spPr>
          <a:xfrm>
            <a:off x="8627350" y="4770191"/>
            <a:ext cx="852326" cy="352328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curvado 65">
            <a:extLst>
              <a:ext uri="{FF2B5EF4-FFF2-40B4-BE49-F238E27FC236}">
                <a16:creationId xmlns:a16="http://schemas.microsoft.com/office/drawing/2014/main" id="{A37E952F-FCC0-4E45-EBBC-74C3E172A771}"/>
              </a:ext>
            </a:extLst>
          </p:cNvPr>
          <p:cNvCxnSpPr>
            <a:cxnSpLocks/>
            <a:stCxn id="47" idx="3"/>
            <a:endCxn id="45" idx="1"/>
          </p:cNvCxnSpPr>
          <p:nvPr/>
        </p:nvCxnSpPr>
        <p:spPr>
          <a:xfrm flipV="1">
            <a:off x="8627350" y="4286060"/>
            <a:ext cx="850029" cy="484131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: curvado 73">
            <a:extLst>
              <a:ext uri="{FF2B5EF4-FFF2-40B4-BE49-F238E27FC236}">
                <a16:creationId xmlns:a16="http://schemas.microsoft.com/office/drawing/2014/main" id="{2C95B9F0-2053-FD8F-0433-4D787F73DB72}"/>
              </a:ext>
            </a:extLst>
          </p:cNvPr>
          <p:cNvCxnSpPr>
            <a:cxnSpLocks/>
            <a:endCxn id="45" idx="1"/>
          </p:cNvCxnSpPr>
          <p:nvPr/>
        </p:nvCxnSpPr>
        <p:spPr>
          <a:xfrm rot="16200000" flipH="1">
            <a:off x="8351879" y="3160560"/>
            <a:ext cx="1400970" cy="850030"/>
          </a:xfrm>
          <a:prstGeom prst="curved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649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EC0FD975435A41AF7AC8D8236C43CA" ma:contentTypeVersion="3" ma:contentTypeDescription="Crear nuevo documento." ma:contentTypeScope="" ma:versionID="9bc5d6f925fa3a87fdab58d59b2e0cf6">
  <xsd:schema xmlns:xsd="http://www.w3.org/2001/XMLSchema" xmlns:xs="http://www.w3.org/2001/XMLSchema" xmlns:p="http://schemas.microsoft.com/office/2006/metadata/properties" xmlns:ns3="1263d6ba-4edf-4eab-8758-03fab1903347" targetNamespace="http://schemas.microsoft.com/office/2006/metadata/properties" ma:root="true" ma:fieldsID="620dd56e7938425298382b5ad312c373" ns3:_="">
    <xsd:import namespace="1263d6ba-4edf-4eab-8758-03fab190334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63d6ba-4edf-4eab-8758-03fab19033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8593AE1-55E4-4AF6-BA9B-A06DC21CB8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ED408F-F88F-4766-A8B1-F73C291111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63d6ba-4edf-4eab-8758-03fab19033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6772DFF-2D56-4BCA-A651-0D7334519513}">
  <ds:schemaRefs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1263d6ba-4edf-4eab-8758-03fab1903347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68</Words>
  <Application>Microsoft Office PowerPoint</Application>
  <PresentationFormat>Panorámica</PresentationFormat>
  <Paragraphs>26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IGNACIA CARVAJAL VALLADARES</dc:creator>
  <cp:lastModifiedBy>MARIA IGNACIA CARVAJAL VALLADARES</cp:lastModifiedBy>
  <cp:revision>2</cp:revision>
  <dcterms:created xsi:type="dcterms:W3CDTF">2025-09-01T13:47:55Z</dcterms:created>
  <dcterms:modified xsi:type="dcterms:W3CDTF">2025-09-01T15:35:53Z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0x01010086EC0FD975435A41AF7AC8D8236C43CA</vt:lpwstr>
  </property>
</Properties>
</file>